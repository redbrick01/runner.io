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08918c891462a" /><Relationship Type="http://schemas.openxmlformats.org/officeDocument/2006/relationships/extended-properties" Target="/docProps/app.xml" Id="R96b8a3c0ec104c4b" /><Relationship Type="http://schemas.openxmlformats.org/officeDocument/2006/relationships/officeDocument" Target="/ppt/presentation.xml" Id="R9bb338874cb1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06f5efc204ad3"/>
  </p:sldMasterIdLst>
  <p:notesMasterIdLst>
    <p:notesMasterId xmlns:r="http://schemas.openxmlformats.org/officeDocument/2006/relationships" r:id="R308512fee8a3490e"/>
  </p:notesMasterIdLst>
  <p:sldIdLst>
    <p:sldId xmlns:r="http://schemas.openxmlformats.org/officeDocument/2006/relationships" id="256" r:id="Rff11b99f90cc44c1"/>
    <p:sldId xmlns:r="http://schemas.openxmlformats.org/officeDocument/2006/relationships" id="257" r:id="Rd7b2cc2511dc4851"/>
    <p:sldId xmlns:r="http://schemas.openxmlformats.org/officeDocument/2006/relationships" id="258" r:id="Radf63be2ff184066"/>
    <p:sldId xmlns:r="http://schemas.openxmlformats.org/officeDocument/2006/relationships" id="259" r:id="R7512585f26664d13"/>
    <p:sldId xmlns:r="http://schemas.openxmlformats.org/officeDocument/2006/relationships" id="260" r:id="R54b569a46f214dfc"/>
    <p:sldId xmlns:r="http://schemas.openxmlformats.org/officeDocument/2006/relationships" id="261" r:id="R4d9a2e876d3148ea"/>
    <p:sldId xmlns:r="http://schemas.openxmlformats.org/officeDocument/2006/relationships" id="262" r:id="R3df0377d38034bf3"/>
    <p:sldId xmlns:r="http://schemas.openxmlformats.org/officeDocument/2006/relationships" id="263" r:id="R6e0e68198ff8436b"/>
    <p:sldId xmlns:r="http://schemas.openxmlformats.org/officeDocument/2006/relationships" id="264" r:id="Re5045cdc40df4e5f"/>
    <p:sldId xmlns:r="http://schemas.openxmlformats.org/officeDocument/2006/relationships" id="265" r:id="R5a0680f914c7421a"/>
    <p:sldId xmlns:r="http://schemas.openxmlformats.org/officeDocument/2006/relationships" id="266" r:id="R1ccee9eee9fa44a5"/>
    <p:sldId xmlns:r="http://schemas.openxmlformats.org/officeDocument/2006/relationships" id="267" r:id="Rcf0e5c50c4fe4c64"/>
    <p:sldId xmlns:r="http://schemas.openxmlformats.org/officeDocument/2006/relationships" id="268" r:id="R0a7ba5c71c194f2e"/>
    <p:sldId xmlns:r="http://schemas.openxmlformats.org/officeDocument/2006/relationships" id="269" r:id="R83c7499b605741f9"/>
    <p:sldId xmlns:r="http://schemas.openxmlformats.org/officeDocument/2006/relationships" id="270" r:id="R31a3657392924a0f"/>
    <p:sldId xmlns:r="http://schemas.openxmlformats.org/officeDocument/2006/relationships" id="271" r:id="R5ee4610c65404c75"/>
    <p:sldId xmlns:r="http://schemas.openxmlformats.org/officeDocument/2006/relationships" id="272" r:id="R4f45192f22404e1a"/>
    <p:sldId xmlns:r="http://schemas.openxmlformats.org/officeDocument/2006/relationships" id="273" r:id="R808c07b21a264f52"/>
    <p:sldId xmlns:r="http://schemas.openxmlformats.org/officeDocument/2006/relationships" id="274" r:id="R9ff96c8e4a1e4e51"/>
    <p:sldId xmlns:r="http://schemas.openxmlformats.org/officeDocument/2006/relationships" id="275" r:id="Ra33cf34ddfe44a78"/>
    <p:sldId xmlns:r="http://schemas.openxmlformats.org/officeDocument/2006/relationships" id="276" r:id="Rc5aacc997b5c4a72"/>
    <p:sldId xmlns:r="http://schemas.openxmlformats.org/officeDocument/2006/relationships" id="277" r:id="Rabe4683d4c434891"/>
    <p:sldId xmlns:r="http://schemas.openxmlformats.org/officeDocument/2006/relationships" id="278" r:id="R15a9bdb5d006492e"/>
    <p:sldId xmlns:r="http://schemas.openxmlformats.org/officeDocument/2006/relationships" id="279" r:id="R6585be41653447f5"/>
    <p:sldId xmlns:r="http://schemas.openxmlformats.org/officeDocument/2006/relationships" id="280" r:id="Rd5a3317848774da4"/>
    <p:sldId xmlns:r="http://schemas.openxmlformats.org/officeDocument/2006/relationships" id="281" r:id="R4769563b53ea4b9e"/>
    <p:sldId xmlns:r="http://schemas.openxmlformats.org/officeDocument/2006/relationships" id="282" r:id="Re956d7bd904243aa"/>
    <p:sldId xmlns:r="http://schemas.openxmlformats.org/officeDocument/2006/relationships" id="283" r:id="R85003f5326a4490c"/>
    <p:sldId xmlns:r="http://schemas.openxmlformats.org/officeDocument/2006/relationships" id="284" r:id="R73893f2c8dd54c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06f5efc204ad3" /><Relationship Type="http://schemas.openxmlformats.org/officeDocument/2006/relationships/theme" Target="/ppt/theme/theme1.xml" Id="Ra3d87f3b194543df" /><Relationship Type="http://schemas.openxmlformats.org/officeDocument/2006/relationships/notesMaster" Target="/ppt/notesMasters/notesMaster1.xml" Id="R308512fee8a3490e" /><Relationship Type="http://schemas.openxmlformats.org/officeDocument/2006/relationships/presProps" Target="/ppt/presProps.xml" Id="Rc863d58a0ce94d4a" /><Relationship Type="http://schemas.openxmlformats.org/officeDocument/2006/relationships/viewProps" Target="/ppt/viewProps.xml" Id="R5dc5f94909424bc0" /><Relationship Type="http://schemas.openxmlformats.org/officeDocument/2006/relationships/tableStyles" Target="/ppt/tableStyles.xml" Id="R1e8888913dd4466a" /><Relationship Type="http://schemas.openxmlformats.org/officeDocument/2006/relationships/slide" Target="/ppt/slides/slide1.xml" Id="Rff11b99f90cc44c1" /><Relationship Type="http://schemas.openxmlformats.org/officeDocument/2006/relationships/slide" Target="/ppt/slides/slide2.xml" Id="Rd7b2cc2511dc4851" /><Relationship Type="http://schemas.openxmlformats.org/officeDocument/2006/relationships/slide" Target="/ppt/slides/slide3.xml" Id="Radf63be2ff184066" /><Relationship Type="http://schemas.openxmlformats.org/officeDocument/2006/relationships/slide" Target="/ppt/slides/slide4.xml" Id="R7512585f26664d13" /><Relationship Type="http://schemas.openxmlformats.org/officeDocument/2006/relationships/slide" Target="/ppt/slides/slide5.xml" Id="R54b569a46f214dfc" /><Relationship Type="http://schemas.openxmlformats.org/officeDocument/2006/relationships/slide" Target="/ppt/slides/slide6.xml" Id="R4d9a2e876d3148ea" /><Relationship Type="http://schemas.openxmlformats.org/officeDocument/2006/relationships/slide" Target="/ppt/slides/slide7.xml" Id="R3df0377d38034bf3" /><Relationship Type="http://schemas.openxmlformats.org/officeDocument/2006/relationships/slide" Target="/ppt/slides/slide8.xml" Id="R6e0e68198ff8436b" /><Relationship Type="http://schemas.openxmlformats.org/officeDocument/2006/relationships/slide" Target="/ppt/slides/slide9.xml" Id="Re5045cdc40df4e5f" /><Relationship Type="http://schemas.openxmlformats.org/officeDocument/2006/relationships/slide" Target="/ppt/slides/slide10.xml" Id="R5a0680f914c7421a" /><Relationship Type="http://schemas.openxmlformats.org/officeDocument/2006/relationships/slide" Target="/ppt/slides/slide11.xml" Id="R1ccee9eee9fa44a5" /><Relationship Type="http://schemas.openxmlformats.org/officeDocument/2006/relationships/slide" Target="/ppt/slides/slide12.xml" Id="Rcf0e5c50c4fe4c64" /><Relationship Type="http://schemas.openxmlformats.org/officeDocument/2006/relationships/slide" Target="/ppt/slides/slide13.xml" Id="R0a7ba5c71c194f2e" /><Relationship Type="http://schemas.openxmlformats.org/officeDocument/2006/relationships/slide" Target="/ppt/slides/slide14.xml" Id="R83c7499b605741f9" /><Relationship Type="http://schemas.openxmlformats.org/officeDocument/2006/relationships/slide" Target="/ppt/slides/slide15.xml" Id="R31a3657392924a0f" /><Relationship Type="http://schemas.openxmlformats.org/officeDocument/2006/relationships/slide" Target="/ppt/slides/slide16.xml" Id="R5ee4610c65404c75" /><Relationship Type="http://schemas.openxmlformats.org/officeDocument/2006/relationships/slide" Target="/ppt/slides/slide17.xml" Id="R4f45192f22404e1a" /><Relationship Type="http://schemas.openxmlformats.org/officeDocument/2006/relationships/slide" Target="/ppt/slides/slide18.xml" Id="R808c07b21a264f52" /><Relationship Type="http://schemas.openxmlformats.org/officeDocument/2006/relationships/slide" Target="/ppt/slides/slide19.xml" Id="R9ff96c8e4a1e4e51" /><Relationship Type="http://schemas.openxmlformats.org/officeDocument/2006/relationships/slide" Target="/ppt/slides/slide20.xml" Id="Ra33cf34ddfe44a78" /><Relationship Type="http://schemas.openxmlformats.org/officeDocument/2006/relationships/slide" Target="/ppt/slides/slide21.xml" Id="Rc5aacc997b5c4a72" /><Relationship Type="http://schemas.openxmlformats.org/officeDocument/2006/relationships/slide" Target="/ppt/slides/slide22.xml" Id="Rabe4683d4c434891" /><Relationship Type="http://schemas.openxmlformats.org/officeDocument/2006/relationships/slide" Target="/ppt/slides/slide23.xml" Id="R15a9bdb5d006492e" /><Relationship Type="http://schemas.openxmlformats.org/officeDocument/2006/relationships/slide" Target="/ppt/slides/slide24.xml" Id="R6585be41653447f5" /><Relationship Type="http://schemas.openxmlformats.org/officeDocument/2006/relationships/slide" Target="/ppt/slides/slide25.xml" Id="Rd5a3317848774da4" /><Relationship Type="http://schemas.openxmlformats.org/officeDocument/2006/relationships/slide" Target="/ppt/slides/slide26.xml" Id="R4769563b53ea4b9e" /><Relationship Type="http://schemas.openxmlformats.org/officeDocument/2006/relationships/slide" Target="/ppt/slides/slide27.xml" Id="Re956d7bd904243aa" /><Relationship Type="http://schemas.openxmlformats.org/officeDocument/2006/relationships/slide" Target="/ppt/slides/slide28.xml" Id="R85003f5326a4490c" /><Relationship Type="http://schemas.openxmlformats.org/officeDocument/2006/relationships/slide" Target="/ppt/slides/slide29.xml" Id="R73893f2c8dd5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1f72e6f90849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158412a084caf" /><Relationship Type="http://schemas.openxmlformats.org/officeDocument/2006/relationships/notesMaster" Target="/ppt/notesMasters/notesMaster1.xml" Id="R3e8e40f4b507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a77cadc8f4ada" /><Relationship Type="http://schemas.openxmlformats.org/officeDocument/2006/relationships/notesMaster" Target="/ppt/notesMasters/notesMaster1.xml" Id="R9c69f936c01848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9ee8c4b9a04b5e" /><Relationship Type="http://schemas.openxmlformats.org/officeDocument/2006/relationships/notesMaster" Target="/ppt/notesMasters/notesMaster1.xml" Id="R28113aa9ca854f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556a6e3b354a8a" /><Relationship Type="http://schemas.openxmlformats.org/officeDocument/2006/relationships/notesMaster" Target="/ppt/notesMasters/notesMaster1.xml" Id="R0594308ac6044d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cc03ecc8c54ff1" /><Relationship Type="http://schemas.openxmlformats.org/officeDocument/2006/relationships/notesMaster" Target="/ppt/notesMasters/notesMaster1.xml" Id="R020cee671cd3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e222ff9db438f" /><Relationship Type="http://schemas.openxmlformats.org/officeDocument/2006/relationships/notesMaster" Target="/ppt/notesMasters/notesMaster1.xml" Id="R000e8ff9372847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e1f86728e040a5" /><Relationship Type="http://schemas.openxmlformats.org/officeDocument/2006/relationships/notesMaster" Target="/ppt/notesMasters/notesMaster1.xml" Id="R9d6d5e681ed8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6f72c5bc6f4c47" /><Relationship Type="http://schemas.openxmlformats.org/officeDocument/2006/relationships/notesMaster" Target="/ppt/notesMasters/notesMaster1.xml" Id="R5b4a52e609354c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607fb4f4a1405d" /><Relationship Type="http://schemas.openxmlformats.org/officeDocument/2006/relationships/notesMaster" Target="/ppt/notesMasters/notesMaster1.xml" Id="R04416a95f54c46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a09beeadc490c" /><Relationship Type="http://schemas.openxmlformats.org/officeDocument/2006/relationships/notesMaster" Target="/ppt/notesMasters/notesMaster1.xml" Id="R029e7caa54de48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b32ad058b24fec" /><Relationship Type="http://schemas.openxmlformats.org/officeDocument/2006/relationships/notesMaster" Target="/ppt/notesMasters/notesMaster1.xml" Id="Ra712ba367dd741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979f90076c4c49" /><Relationship Type="http://schemas.openxmlformats.org/officeDocument/2006/relationships/notesMaster" Target="/ppt/notesMasters/notesMaster1.xml" Id="Racde9ec702a74b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a671eeabe4424d" /><Relationship Type="http://schemas.openxmlformats.org/officeDocument/2006/relationships/notesMaster" Target="/ppt/notesMasters/notesMaster1.xml" Id="R3fae28d3bb944c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a9b7ab8f6540eb" /><Relationship Type="http://schemas.openxmlformats.org/officeDocument/2006/relationships/notesMaster" Target="/ppt/notesMasters/notesMaster1.xml" Id="R1b663c6e515342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a51cddc30d44bc" /><Relationship Type="http://schemas.openxmlformats.org/officeDocument/2006/relationships/notesMaster" Target="/ppt/notesMasters/notesMaster1.xml" Id="R4369964adae14c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5e192cbe7949d0" /><Relationship Type="http://schemas.openxmlformats.org/officeDocument/2006/relationships/notesMaster" Target="/ppt/notesMasters/notesMaster1.xml" Id="R76e71e9b855543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9c351f625649e7" /><Relationship Type="http://schemas.openxmlformats.org/officeDocument/2006/relationships/notesMaster" Target="/ppt/notesMasters/notesMaster1.xml" Id="R7faa1301b74a45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b1fc865b164919" /><Relationship Type="http://schemas.openxmlformats.org/officeDocument/2006/relationships/notesMaster" Target="/ppt/notesMasters/notesMaster1.xml" Id="R4a4ae3a957274c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b521dd58b4eef" /><Relationship Type="http://schemas.openxmlformats.org/officeDocument/2006/relationships/notesMaster" Target="/ppt/notesMasters/notesMaster1.xml" Id="Rb7875c4efa674b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21eb3809e34590" /><Relationship Type="http://schemas.openxmlformats.org/officeDocument/2006/relationships/notesMaster" Target="/ppt/notesMasters/notesMaster1.xml" Id="R68e6e2e497cd40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594d299a8f4396" /><Relationship Type="http://schemas.openxmlformats.org/officeDocument/2006/relationships/notesMaster" Target="/ppt/notesMasters/notesMaster1.xml" Id="R4122986e3a9e46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88813f51204d32" /><Relationship Type="http://schemas.openxmlformats.org/officeDocument/2006/relationships/notesMaster" Target="/ppt/notesMasters/notesMaster1.xml" Id="R3ac61648ec704f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b97eb045e947f5" /><Relationship Type="http://schemas.openxmlformats.org/officeDocument/2006/relationships/notesMaster" Target="/ppt/notesMasters/notesMaster1.xml" Id="R5597a09ed1bc49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93137ab28342c9" /><Relationship Type="http://schemas.openxmlformats.org/officeDocument/2006/relationships/notesMaster" Target="/ppt/notesMasters/notesMaster1.xml" Id="Rb074ed0b66134ca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4cccd981dc4135" /><Relationship Type="http://schemas.openxmlformats.org/officeDocument/2006/relationships/notesMaster" Target="/ppt/notesMasters/notesMaster1.xml" Id="R4c75138871f44f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bf6ecefc98d4d29" /><Relationship Type="http://schemas.openxmlformats.org/officeDocument/2006/relationships/notesMaster" Target="/ppt/notesMasters/notesMaster1.xml" Id="Rdbc85d39834845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b1edec84574e0e" /><Relationship Type="http://schemas.openxmlformats.org/officeDocument/2006/relationships/notesMaster" Target="/ppt/notesMasters/notesMaster1.xml" Id="Ra42bd024d77d454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fe2d5e71564e8a" /><Relationship Type="http://schemas.openxmlformats.org/officeDocument/2006/relationships/notesMaster" Target="/ppt/notesMasters/notesMaster1.xml" Id="Rb7977ffe797e48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db4360943a4e82" /><Relationship Type="http://schemas.openxmlformats.org/officeDocument/2006/relationships/notesMaster" Target="/ppt/notesMasters/notesMaster1.xml" Id="Rfa2da27a799a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411f44bee4d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da05bd1284d49c9" /><Relationship Type="http://schemas.openxmlformats.org/officeDocument/2006/relationships/slideLayout" Target="/ppt/slideLayouts/slideLayout2.xml" Id="Rf33e26f0b56f4e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e26f0b56f4e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cb0b5a1624eb1" /><Relationship Type="http://schemas.openxmlformats.org/officeDocument/2006/relationships/image" Target="/ppt/media/image.png" Id="Rdf727c8c77c84c5c" /><Relationship Type="http://schemas.openxmlformats.org/officeDocument/2006/relationships/notesSlide" Target="/ppt/notesSlides/notesSlide1.xml" Id="R9ae0cfdfeaad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8c5e9b85f4ac7" /><Relationship Type="http://schemas.openxmlformats.org/officeDocument/2006/relationships/image" Target="/ppt/media/image2.png" Id="R4cc8240729254f2a" /><Relationship Type="http://schemas.openxmlformats.org/officeDocument/2006/relationships/notesSlide" Target="/ppt/notesSlides/notesSlide2.xml" Id="R4f1917228bd64c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4eaaa7c40485c" /><Relationship Type="http://schemas.openxmlformats.org/officeDocument/2006/relationships/image" Target="/ppt/media/image3.png" Id="Rf2b714f947704150" /><Relationship Type="http://schemas.openxmlformats.org/officeDocument/2006/relationships/notesSlide" Target="/ppt/notesSlides/notesSlide3.xml" Id="Rccb3a6d1a7a3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d9e6fcc644a19" /><Relationship Type="http://schemas.openxmlformats.org/officeDocument/2006/relationships/image" Target="/ppt/media/image4.png" Id="R439b2e89e37d4544" /><Relationship Type="http://schemas.openxmlformats.org/officeDocument/2006/relationships/notesSlide" Target="/ppt/notesSlides/notesSlide4.xml" Id="R385e66fc830a4c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e7a16f75943bc" /><Relationship Type="http://schemas.openxmlformats.org/officeDocument/2006/relationships/image" Target="/ppt/media/image5.png" Id="Rb4bd8fd3c1884eab" /><Relationship Type="http://schemas.openxmlformats.org/officeDocument/2006/relationships/notesSlide" Target="/ppt/notesSlides/notesSlide5.xml" Id="R001ef655529a49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c06ebf6b6747e7" /><Relationship Type="http://schemas.openxmlformats.org/officeDocument/2006/relationships/image" Target="/ppt/media/image6.png" Id="R672488b3f9d74a58" /><Relationship Type="http://schemas.openxmlformats.org/officeDocument/2006/relationships/notesSlide" Target="/ppt/notesSlides/notesSlide6.xml" Id="Rfe954fd389ee40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e02a61a65409e" /><Relationship Type="http://schemas.openxmlformats.org/officeDocument/2006/relationships/image" Target="/ppt/media/image7.png" Id="R8297028e3f8a4ad4" /><Relationship Type="http://schemas.openxmlformats.org/officeDocument/2006/relationships/notesSlide" Target="/ppt/notesSlides/notesSlide7.xml" Id="R640f01b8708a41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7dc9edf42414b" /><Relationship Type="http://schemas.openxmlformats.org/officeDocument/2006/relationships/image" Target="/ppt/media/image8.png" Id="Rf8a992c885d440a1" /><Relationship Type="http://schemas.openxmlformats.org/officeDocument/2006/relationships/notesSlide" Target="/ppt/notesSlides/notesSlide8.xml" Id="R10ff47d005114e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08b27964e4f62" /><Relationship Type="http://schemas.openxmlformats.org/officeDocument/2006/relationships/image" Target="/ppt/media/image9.png" Id="Rb56fb7116ae74a08" /><Relationship Type="http://schemas.openxmlformats.org/officeDocument/2006/relationships/notesSlide" Target="/ppt/notesSlides/notesSlide9.xml" Id="Rc8130bfa59aa45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e1073786741da" /><Relationship Type="http://schemas.openxmlformats.org/officeDocument/2006/relationships/image" Target="/ppt/media/image10.png" Id="Ra894c813dc2646d1" /><Relationship Type="http://schemas.openxmlformats.org/officeDocument/2006/relationships/notesSlide" Target="/ppt/notesSlides/notesSlide10.xml" Id="R39f17862ccfe4a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0313ce3cc44ba" /><Relationship Type="http://schemas.openxmlformats.org/officeDocument/2006/relationships/image" Target="/ppt/media/image11.png" Id="R27dd8d5506d44179" /><Relationship Type="http://schemas.openxmlformats.org/officeDocument/2006/relationships/notesSlide" Target="/ppt/notesSlides/notesSlide11.xml" Id="R8bbdbded0e4e4c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4815050aa048ec" /><Relationship Type="http://schemas.openxmlformats.org/officeDocument/2006/relationships/image" Target="/ppt/media/image12.png" Id="R8189bc083cf14825" /><Relationship Type="http://schemas.openxmlformats.org/officeDocument/2006/relationships/notesSlide" Target="/ppt/notesSlides/notesSlide12.xml" Id="Red06f5c540fb45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600f8f4cee4fd7" /><Relationship Type="http://schemas.openxmlformats.org/officeDocument/2006/relationships/image" Target="/ppt/media/image13.png" Id="R5fa379ab076f45eb" /><Relationship Type="http://schemas.openxmlformats.org/officeDocument/2006/relationships/notesSlide" Target="/ppt/notesSlides/notesSlide13.xml" Id="R01a373cb5d354d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bc8d49040470a" /><Relationship Type="http://schemas.openxmlformats.org/officeDocument/2006/relationships/image" Target="/ppt/media/image14.png" Id="R1d1812b145264fc3" /><Relationship Type="http://schemas.openxmlformats.org/officeDocument/2006/relationships/notesSlide" Target="/ppt/notesSlides/notesSlide14.xml" Id="Rd70f8da86bb94a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b611d47d84cdf" /><Relationship Type="http://schemas.openxmlformats.org/officeDocument/2006/relationships/image" Target="/ppt/media/image15.png" Id="R94e79665b54d4e3b" /><Relationship Type="http://schemas.openxmlformats.org/officeDocument/2006/relationships/notesSlide" Target="/ppt/notesSlides/notesSlide15.xml" Id="R7af579aa0ac943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b0a934559044de" /><Relationship Type="http://schemas.openxmlformats.org/officeDocument/2006/relationships/image" Target="/ppt/media/image16.png" Id="Rde3c6df7b2344861" /><Relationship Type="http://schemas.openxmlformats.org/officeDocument/2006/relationships/notesSlide" Target="/ppt/notesSlides/notesSlide16.xml" Id="R1e9bdc0cd47141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080e135b64869" /><Relationship Type="http://schemas.openxmlformats.org/officeDocument/2006/relationships/image" Target="/ppt/media/image17.png" Id="R9b71e37e68da4bdf" /><Relationship Type="http://schemas.openxmlformats.org/officeDocument/2006/relationships/notesSlide" Target="/ppt/notesSlides/notesSlide17.xml" Id="R735027fe076a44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d30ee13734863" /><Relationship Type="http://schemas.openxmlformats.org/officeDocument/2006/relationships/image" Target="/ppt/media/image18.png" Id="Rdd56eefed5be42ca" /><Relationship Type="http://schemas.openxmlformats.org/officeDocument/2006/relationships/notesSlide" Target="/ppt/notesSlides/notesSlide18.xml" Id="R495194e66e2c49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46a64f621434a" /><Relationship Type="http://schemas.openxmlformats.org/officeDocument/2006/relationships/image" Target="/ppt/media/image19.png" Id="Re1fc3f26c37a4c37" /><Relationship Type="http://schemas.openxmlformats.org/officeDocument/2006/relationships/notesSlide" Target="/ppt/notesSlides/notesSlide19.xml" Id="Rcfe89e8d1f954b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e24287bffe4885" /><Relationship Type="http://schemas.openxmlformats.org/officeDocument/2006/relationships/image" Target="/ppt/media/image20.png" Id="Rc7d9f372afbf4326" /><Relationship Type="http://schemas.openxmlformats.org/officeDocument/2006/relationships/notesSlide" Target="/ppt/notesSlides/notesSlide20.xml" Id="R25f16cfb71b340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49f7e1d3eb464b" /><Relationship Type="http://schemas.openxmlformats.org/officeDocument/2006/relationships/image" Target="/ppt/media/image21.png" Id="Rec75413c57074e0d" /><Relationship Type="http://schemas.openxmlformats.org/officeDocument/2006/relationships/notesSlide" Target="/ppt/notesSlides/notesSlide21.xml" Id="R4e5f9260972047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ce5b6ccfb4e5c" /><Relationship Type="http://schemas.openxmlformats.org/officeDocument/2006/relationships/image" Target="/ppt/media/image22.png" Id="Rf02b79e9f2984379" /><Relationship Type="http://schemas.openxmlformats.org/officeDocument/2006/relationships/notesSlide" Target="/ppt/notesSlides/notesSlide22.xml" Id="R0f73a81a07c145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47578b28142ed" /><Relationship Type="http://schemas.openxmlformats.org/officeDocument/2006/relationships/image" Target="/ppt/media/image23.png" Id="R3c57ed97cbea42bb" /><Relationship Type="http://schemas.openxmlformats.org/officeDocument/2006/relationships/notesSlide" Target="/ppt/notesSlides/notesSlide23.xml" Id="Re917713eaf9040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28e2c32324a0b" /><Relationship Type="http://schemas.openxmlformats.org/officeDocument/2006/relationships/image" Target="/ppt/media/image24.png" Id="R9fb1f4cbde2b47ba" /><Relationship Type="http://schemas.openxmlformats.org/officeDocument/2006/relationships/notesSlide" Target="/ppt/notesSlides/notesSlide24.xml" Id="R5cba90ddde624c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b5fa32b4042b0" /><Relationship Type="http://schemas.openxmlformats.org/officeDocument/2006/relationships/image" Target="/ppt/media/image25.png" Id="R919df758ad674eba" /><Relationship Type="http://schemas.openxmlformats.org/officeDocument/2006/relationships/notesSlide" Target="/ppt/notesSlides/notesSlide25.xml" Id="Rbe073eea22704c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81be61d5484a81" /><Relationship Type="http://schemas.openxmlformats.org/officeDocument/2006/relationships/image" Target="/ppt/media/image26.png" Id="R89053fa6fb7c4603" /><Relationship Type="http://schemas.openxmlformats.org/officeDocument/2006/relationships/notesSlide" Target="/ppt/notesSlides/notesSlide26.xml" Id="R5bcd5c66935544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fab39ddca641f2" /><Relationship Type="http://schemas.openxmlformats.org/officeDocument/2006/relationships/image" Target="/ppt/media/image27.png" Id="Rcaa7997428634161" /><Relationship Type="http://schemas.openxmlformats.org/officeDocument/2006/relationships/notesSlide" Target="/ppt/notesSlides/notesSlide27.xml" Id="R0860437b9ff646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399def49a4f1d" /><Relationship Type="http://schemas.openxmlformats.org/officeDocument/2006/relationships/image" Target="/ppt/media/image28.png" Id="R8cb5e2fb84564788" /><Relationship Type="http://schemas.openxmlformats.org/officeDocument/2006/relationships/notesSlide" Target="/ppt/notesSlides/notesSlide28.xml" Id="R1712ed5e5ccb4d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3cc7963c6456a" /><Relationship Type="http://schemas.openxmlformats.org/officeDocument/2006/relationships/image" Target="/ppt/media/image29.png" Id="R1a8e88114bf94510" /><Relationship Type="http://schemas.openxmlformats.org/officeDocument/2006/relationships/notesSlide" Target="/ppt/notesSlides/notesSlide29.xml" Id="R1a52c9f4edb54d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27c8c77c84c5c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94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8240729254f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35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714f9477041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4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b2e89e37d4544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85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d8fd3c1884eab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2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88b3f9d74a58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4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7028e3f8a4ad4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92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992c885d440a1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631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fb7116ae74a08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17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4c813dc2646d1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956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d8d5506d44179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28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9bc083cf14825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937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379ab076f45eb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8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812b145264fc3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13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79665b54d4e3b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1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c6df7b2344861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086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1e37e68da4bdf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065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eefed5be42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905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c3f26c37a4c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52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f372afbf432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077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5413c57074e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853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b79e9f29843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70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7ed97cbea42bb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860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1f4cbde2b47ba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272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f758ad674e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044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53fa6fb7c4603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14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7997428634161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5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5e2fb845647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469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e88114bf94510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1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2026-05-26T01:13:06.0310000Z</dcterms:created>
  <dcterms:modified xsi:type="dcterms:W3CDTF">2026-05-26T01:13:06.0310000Z</dcterms:modified>
</coreProperties>
</file>