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8f2dc09ba4065" /><Relationship Type="http://schemas.openxmlformats.org/officeDocument/2006/relationships/extended-properties" Target="/docProps/app.xml" Id="Rd56c53d409a84a2a" /><Relationship Type="http://schemas.openxmlformats.org/officeDocument/2006/relationships/officeDocument" Target="/ppt/presentation.xml" Id="Re39eb850966047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de5ffe6fff4dae"/>
  </p:sldMasterIdLst>
  <p:notesMasterIdLst>
    <p:notesMasterId xmlns:r="http://schemas.openxmlformats.org/officeDocument/2006/relationships" r:id="R0e54f6989ba64e67"/>
  </p:notesMasterIdLst>
  <p:sldIdLst>
    <p:sldId xmlns:r="http://schemas.openxmlformats.org/officeDocument/2006/relationships" id="256" r:id="R411ce390702549ec"/>
    <p:sldId xmlns:r="http://schemas.openxmlformats.org/officeDocument/2006/relationships" id="257" r:id="R8686a9adb74b4e56"/>
    <p:sldId xmlns:r="http://schemas.openxmlformats.org/officeDocument/2006/relationships" id="258" r:id="R9aae47c3bf1a4b9b"/>
    <p:sldId xmlns:r="http://schemas.openxmlformats.org/officeDocument/2006/relationships" id="259" r:id="Rb8f8258b24324942"/>
    <p:sldId xmlns:r="http://schemas.openxmlformats.org/officeDocument/2006/relationships" id="260" r:id="Rb938aa99f05c43f5"/>
    <p:sldId xmlns:r="http://schemas.openxmlformats.org/officeDocument/2006/relationships" id="261" r:id="R974cc40734c84e0e"/>
    <p:sldId xmlns:r="http://schemas.openxmlformats.org/officeDocument/2006/relationships" id="262" r:id="R977ee03292164464"/>
    <p:sldId xmlns:r="http://schemas.openxmlformats.org/officeDocument/2006/relationships" id="263" r:id="Ra9e5a25889da4c5c"/>
    <p:sldId xmlns:r="http://schemas.openxmlformats.org/officeDocument/2006/relationships" id="264" r:id="R68f4c11749f64523"/>
    <p:sldId xmlns:r="http://schemas.openxmlformats.org/officeDocument/2006/relationships" id="265" r:id="R446ee8765a5e4904"/>
    <p:sldId xmlns:r="http://schemas.openxmlformats.org/officeDocument/2006/relationships" id="266" r:id="Rb385c89aa9614c97"/>
    <p:sldId xmlns:r="http://schemas.openxmlformats.org/officeDocument/2006/relationships" id="267" r:id="R3edf5a7c36984443"/>
    <p:sldId xmlns:r="http://schemas.openxmlformats.org/officeDocument/2006/relationships" id="268" r:id="R7b52068690434e36"/>
    <p:sldId xmlns:r="http://schemas.openxmlformats.org/officeDocument/2006/relationships" id="269" r:id="R8bb0bc8841e645c8"/>
    <p:sldId xmlns:r="http://schemas.openxmlformats.org/officeDocument/2006/relationships" id="270" r:id="R429de1419b35446e"/>
    <p:sldId xmlns:r="http://schemas.openxmlformats.org/officeDocument/2006/relationships" id="271" r:id="Rb736d173cb56434a"/>
    <p:sldId xmlns:r="http://schemas.openxmlformats.org/officeDocument/2006/relationships" id="272" r:id="R9070ca621b054708"/>
    <p:sldId xmlns:r="http://schemas.openxmlformats.org/officeDocument/2006/relationships" id="273" r:id="Rff063472f4294378"/>
    <p:sldId xmlns:r="http://schemas.openxmlformats.org/officeDocument/2006/relationships" id="274" r:id="R5c127da214b048c5"/>
    <p:sldId xmlns:r="http://schemas.openxmlformats.org/officeDocument/2006/relationships" id="275" r:id="Rb3359e85894f4d1c"/>
    <p:sldId xmlns:r="http://schemas.openxmlformats.org/officeDocument/2006/relationships" id="276" r:id="Rab676d9db8fe41ef"/>
    <p:sldId xmlns:r="http://schemas.openxmlformats.org/officeDocument/2006/relationships" id="277" r:id="R139a367685984e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e5ffe6fff4dae" /><Relationship Type="http://schemas.openxmlformats.org/officeDocument/2006/relationships/theme" Target="/ppt/theme/theme1.xml" Id="R2373c75609874668" /><Relationship Type="http://schemas.openxmlformats.org/officeDocument/2006/relationships/notesMaster" Target="/ppt/notesMasters/notesMaster1.xml" Id="R0e54f6989ba64e67" /><Relationship Type="http://schemas.openxmlformats.org/officeDocument/2006/relationships/presProps" Target="/ppt/presProps.xml" Id="R6da2f58e24054a0f" /><Relationship Type="http://schemas.openxmlformats.org/officeDocument/2006/relationships/viewProps" Target="/ppt/viewProps.xml" Id="R190e0e0989254502" /><Relationship Type="http://schemas.openxmlformats.org/officeDocument/2006/relationships/tableStyles" Target="/ppt/tableStyles.xml" Id="R7245270b3e0f487a" /><Relationship Type="http://schemas.openxmlformats.org/officeDocument/2006/relationships/slide" Target="/ppt/slides/slide1.xml" Id="R411ce390702549ec" /><Relationship Type="http://schemas.openxmlformats.org/officeDocument/2006/relationships/slide" Target="/ppt/slides/slide2.xml" Id="R8686a9adb74b4e56" /><Relationship Type="http://schemas.openxmlformats.org/officeDocument/2006/relationships/slide" Target="/ppt/slides/slide3.xml" Id="R9aae47c3bf1a4b9b" /><Relationship Type="http://schemas.openxmlformats.org/officeDocument/2006/relationships/slide" Target="/ppt/slides/slide4.xml" Id="Rb8f8258b24324942" /><Relationship Type="http://schemas.openxmlformats.org/officeDocument/2006/relationships/slide" Target="/ppt/slides/slide5.xml" Id="Rb938aa99f05c43f5" /><Relationship Type="http://schemas.openxmlformats.org/officeDocument/2006/relationships/slide" Target="/ppt/slides/slide6.xml" Id="R974cc40734c84e0e" /><Relationship Type="http://schemas.openxmlformats.org/officeDocument/2006/relationships/slide" Target="/ppt/slides/slide7.xml" Id="R977ee03292164464" /><Relationship Type="http://schemas.openxmlformats.org/officeDocument/2006/relationships/slide" Target="/ppt/slides/slide8.xml" Id="Ra9e5a25889da4c5c" /><Relationship Type="http://schemas.openxmlformats.org/officeDocument/2006/relationships/slide" Target="/ppt/slides/slide9.xml" Id="R68f4c11749f64523" /><Relationship Type="http://schemas.openxmlformats.org/officeDocument/2006/relationships/slide" Target="/ppt/slides/slide10.xml" Id="R446ee8765a5e4904" /><Relationship Type="http://schemas.openxmlformats.org/officeDocument/2006/relationships/slide" Target="/ppt/slides/slide11.xml" Id="Rb385c89aa9614c97" /><Relationship Type="http://schemas.openxmlformats.org/officeDocument/2006/relationships/slide" Target="/ppt/slides/slide12.xml" Id="R3edf5a7c36984443" /><Relationship Type="http://schemas.openxmlformats.org/officeDocument/2006/relationships/slide" Target="/ppt/slides/slide13.xml" Id="R7b52068690434e36" /><Relationship Type="http://schemas.openxmlformats.org/officeDocument/2006/relationships/slide" Target="/ppt/slides/slide14.xml" Id="R8bb0bc8841e645c8" /><Relationship Type="http://schemas.openxmlformats.org/officeDocument/2006/relationships/slide" Target="/ppt/slides/slide15.xml" Id="R429de1419b35446e" /><Relationship Type="http://schemas.openxmlformats.org/officeDocument/2006/relationships/slide" Target="/ppt/slides/slide16.xml" Id="Rb736d173cb56434a" /><Relationship Type="http://schemas.openxmlformats.org/officeDocument/2006/relationships/slide" Target="/ppt/slides/slide17.xml" Id="R9070ca621b054708" /><Relationship Type="http://schemas.openxmlformats.org/officeDocument/2006/relationships/slide" Target="/ppt/slides/slide18.xml" Id="Rff063472f4294378" /><Relationship Type="http://schemas.openxmlformats.org/officeDocument/2006/relationships/slide" Target="/ppt/slides/slide19.xml" Id="R5c127da214b048c5" /><Relationship Type="http://schemas.openxmlformats.org/officeDocument/2006/relationships/slide" Target="/ppt/slides/slide20.xml" Id="Rb3359e85894f4d1c" /><Relationship Type="http://schemas.openxmlformats.org/officeDocument/2006/relationships/slide" Target="/ppt/slides/slide21.xml" Id="Rab676d9db8fe41ef" /><Relationship Type="http://schemas.openxmlformats.org/officeDocument/2006/relationships/slide" Target="/ppt/slides/slide22.xml" Id="R139a367685984e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0042a5a7b154d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c0ae613d0f43c2" /><Relationship Type="http://schemas.openxmlformats.org/officeDocument/2006/relationships/notesMaster" Target="/ppt/notesMasters/notesMaster1.xml" Id="R50e57e339af14d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03c2cbdaeb42e3" /><Relationship Type="http://schemas.openxmlformats.org/officeDocument/2006/relationships/notesMaster" Target="/ppt/notesMasters/notesMaster1.xml" Id="R3e9dd18a6a0849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d515cc61ab41aa" /><Relationship Type="http://schemas.openxmlformats.org/officeDocument/2006/relationships/notesMaster" Target="/ppt/notesMasters/notesMaster1.xml" Id="R1ae6eaad39394e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d478e5689a4fd6" /><Relationship Type="http://schemas.openxmlformats.org/officeDocument/2006/relationships/notesMaster" Target="/ppt/notesMasters/notesMaster1.xml" Id="Rfa4308909f3142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9556d4d2544826" /><Relationship Type="http://schemas.openxmlformats.org/officeDocument/2006/relationships/notesMaster" Target="/ppt/notesMasters/notesMaster1.xml" Id="R768c53eb9d6448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219e6e7f9a4035" /><Relationship Type="http://schemas.openxmlformats.org/officeDocument/2006/relationships/notesMaster" Target="/ppt/notesMasters/notesMaster1.xml" Id="R13aabd27242346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330c647a4d44d9" /><Relationship Type="http://schemas.openxmlformats.org/officeDocument/2006/relationships/notesMaster" Target="/ppt/notesMasters/notesMaster1.xml" Id="R9ea6ceea4fd84b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b59aee31714ede" /><Relationship Type="http://schemas.openxmlformats.org/officeDocument/2006/relationships/notesMaster" Target="/ppt/notesMasters/notesMaster1.xml" Id="R7edb6347bdb04b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1a2dda7f0b4000" /><Relationship Type="http://schemas.openxmlformats.org/officeDocument/2006/relationships/notesMaster" Target="/ppt/notesMasters/notesMaster1.xml" Id="R410d7542cd5942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24e5c078db41fe" /><Relationship Type="http://schemas.openxmlformats.org/officeDocument/2006/relationships/notesMaster" Target="/ppt/notesMasters/notesMaster1.xml" Id="R4061e4a7806e4d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74fded987446aa" /><Relationship Type="http://schemas.openxmlformats.org/officeDocument/2006/relationships/notesMaster" Target="/ppt/notesMasters/notesMaster1.xml" Id="R96f962b8e0e446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70bc05ffec4b56" /><Relationship Type="http://schemas.openxmlformats.org/officeDocument/2006/relationships/notesMaster" Target="/ppt/notesMasters/notesMaster1.xml" Id="R4f4f0964af2746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e1874dd47f4f93" /><Relationship Type="http://schemas.openxmlformats.org/officeDocument/2006/relationships/notesMaster" Target="/ppt/notesMasters/notesMaster1.xml" Id="R4025ffca985041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4d4960381d444e" /><Relationship Type="http://schemas.openxmlformats.org/officeDocument/2006/relationships/notesMaster" Target="/ppt/notesMasters/notesMaster1.xml" Id="Rd57d69a0b1a740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7e8dc68b05436b" /><Relationship Type="http://schemas.openxmlformats.org/officeDocument/2006/relationships/notesMaster" Target="/ppt/notesMasters/notesMaster1.xml" Id="Rb9bd6d0dac8547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89e2d88b0b4ae1" /><Relationship Type="http://schemas.openxmlformats.org/officeDocument/2006/relationships/notesMaster" Target="/ppt/notesMasters/notesMaster1.xml" Id="R1f3ea39730b943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540c845dfa474b" /><Relationship Type="http://schemas.openxmlformats.org/officeDocument/2006/relationships/notesMaster" Target="/ppt/notesMasters/notesMaster1.xml" Id="R423ba2af9b4d45a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8874bcde274a39" /><Relationship Type="http://schemas.openxmlformats.org/officeDocument/2006/relationships/notesMaster" Target="/ppt/notesMasters/notesMaster1.xml" Id="Rf2256568730647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35ffb080aa465a" /><Relationship Type="http://schemas.openxmlformats.org/officeDocument/2006/relationships/notesMaster" Target="/ppt/notesMasters/notesMaster1.xml" Id="R8b844427173946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a4cb2112ae24b7c" /><Relationship Type="http://schemas.openxmlformats.org/officeDocument/2006/relationships/notesMaster" Target="/ppt/notesMasters/notesMaster1.xml" Id="Ref1c1573fb4e42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7b31bab6dd43ec" /><Relationship Type="http://schemas.openxmlformats.org/officeDocument/2006/relationships/notesMaster" Target="/ppt/notesMasters/notesMaster1.xml" Id="R1f5edce8fbda419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602bcc12e264f81" /><Relationship Type="http://schemas.openxmlformats.org/officeDocument/2006/relationships/notesMaster" Target="/ppt/notesMasters/notesMaster1.xml" Id="R9166138e1fdd43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67921c34e4d0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5c1d1c750fe477e" /><Relationship Type="http://schemas.openxmlformats.org/officeDocument/2006/relationships/slideLayout" Target="/ppt/slideLayouts/slideLayout2.xml" Id="R71efd14138cc4c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efd14138cc4c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49dafa392e4fcd" /><Relationship Type="http://schemas.openxmlformats.org/officeDocument/2006/relationships/image" Target="/ppt/media/image.png" Id="R20682c5c6da44b26" /><Relationship Type="http://schemas.openxmlformats.org/officeDocument/2006/relationships/notesSlide" Target="/ppt/notesSlides/notesSlide1.xml" Id="Raf6e28df25d642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f0c5cb7bf243e6" /><Relationship Type="http://schemas.openxmlformats.org/officeDocument/2006/relationships/image" Target="/ppt/media/image2.png" Id="R91faf5a68930436c" /><Relationship Type="http://schemas.openxmlformats.org/officeDocument/2006/relationships/notesSlide" Target="/ppt/notesSlides/notesSlide2.xml" Id="R2aca06bb3d8548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7f3dbb2eba4d51" /><Relationship Type="http://schemas.openxmlformats.org/officeDocument/2006/relationships/image" Target="/ppt/media/image3.png" Id="R679d3baeb99543ee" /><Relationship Type="http://schemas.openxmlformats.org/officeDocument/2006/relationships/notesSlide" Target="/ppt/notesSlides/notesSlide3.xml" Id="R6921115e647944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015ea8e57c4adb" /><Relationship Type="http://schemas.openxmlformats.org/officeDocument/2006/relationships/image" Target="/ppt/media/image4.png" Id="R8fc5df87b7f04e08" /><Relationship Type="http://schemas.openxmlformats.org/officeDocument/2006/relationships/notesSlide" Target="/ppt/notesSlides/notesSlide4.xml" Id="Ra1513c40300d44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30fb51222e4af8" /><Relationship Type="http://schemas.openxmlformats.org/officeDocument/2006/relationships/image" Target="/ppt/media/image5.png" Id="R72b81510b8c14769" /><Relationship Type="http://schemas.openxmlformats.org/officeDocument/2006/relationships/notesSlide" Target="/ppt/notesSlides/notesSlide5.xml" Id="R033b9ddd9cbb4b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53d2585154545" /><Relationship Type="http://schemas.openxmlformats.org/officeDocument/2006/relationships/image" Target="/ppt/media/image6.png" Id="Rf5c2d1b6a812456c" /><Relationship Type="http://schemas.openxmlformats.org/officeDocument/2006/relationships/notesSlide" Target="/ppt/notesSlides/notesSlide6.xml" Id="Rcc4d7ff5998d4c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bd6706b0dd4f44" /><Relationship Type="http://schemas.openxmlformats.org/officeDocument/2006/relationships/image" Target="/ppt/media/image7.png" Id="R7a3e71cba2fb4748" /><Relationship Type="http://schemas.openxmlformats.org/officeDocument/2006/relationships/notesSlide" Target="/ppt/notesSlides/notesSlide7.xml" Id="R48ed06cfe8494c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d7d54040b947eb" /><Relationship Type="http://schemas.openxmlformats.org/officeDocument/2006/relationships/image" Target="/ppt/media/image8.png" Id="R0d8f79576bed43e4" /><Relationship Type="http://schemas.openxmlformats.org/officeDocument/2006/relationships/notesSlide" Target="/ppt/notesSlides/notesSlide8.xml" Id="R3ddb7ab6042445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ce3430d2c3435b" /><Relationship Type="http://schemas.openxmlformats.org/officeDocument/2006/relationships/image" Target="/ppt/media/image9.png" Id="Ra260745f922846ab" /><Relationship Type="http://schemas.openxmlformats.org/officeDocument/2006/relationships/notesSlide" Target="/ppt/notesSlides/notesSlide9.xml" Id="R6242ba464e7045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dac1e3cdc24e6b" /><Relationship Type="http://schemas.openxmlformats.org/officeDocument/2006/relationships/image" Target="/ppt/media/image10.png" Id="Rd59d2e82ebf84d7a" /><Relationship Type="http://schemas.openxmlformats.org/officeDocument/2006/relationships/notesSlide" Target="/ppt/notesSlides/notesSlide10.xml" Id="R85c42a493af745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cafed68cf4996" /><Relationship Type="http://schemas.openxmlformats.org/officeDocument/2006/relationships/image" Target="/ppt/media/image11.png" Id="R1745ebb1f4ba408a" /><Relationship Type="http://schemas.openxmlformats.org/officeDocument/2006/relationships/notesSlide" Target="/ppt/notesSlides/notesSlide11.xml" Id="Rd2832c96cf3f4f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c4209e35ed4659" /><Relationship Type="http://schemas.openxmlformats.org/officeDocument/2006/relationships/image" Target="/ppt/media/image12.png" Id="R6690529a142f48b4" /><Relationship Type="http://schemas.openxmlformats.org/officeDocument/2006/relationships/notesSlide" Target="/ppt/notesSlides/notesSlide12.xml" Id="Rf9ce1643995147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b3809a7ed74df3" /><Relationship Type="http://schemas.openxmlformats.org/officeDocument/2006/relationships/image" Target="/ppt/media/image13.png" Id="R4c0c24d7f4b743c1" /><Relationship Type="http://schemas.openxmlformats.org/officeDocument/2006/relationships/notesSlide" Target="/ppt/notesSlides/notesSlide13.xml" Id="Re44f5891537c49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3d3230bc364769" /><Relationship Type="http://schemas.openxmlformats.org/officeDocument/2006/relationships/image" Target="/ppt/media/image14.png" Id="R1ee51067c9914d5e" /><Relationship Type="http://schemas.openxmlformats.org/officeDocument/2006/relationships/notesSlide" Target="/ppt/notesSlides/notesSlide14.xml" Id="R34e272678b4a4e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ccd0e3e4ab464f" /><Relationship Type="http://schemas.openxmlformats.org/officeDocument/2006/relationships/image" Target="/ppt/media/image15.png" Id="Rb2dd1fa655e44b2b" /><Relationship Type="http://schemas.openxmlformats.org/officeDocument/2006/relationships/notesSlide" Target="/ppt/notesSlides/notesSlide15.xml" Id="R5bb85f07615a4b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525cf6b01d4196" /><Relationship Type="http://schemas.openxmlformats.org/officeDocument/2006/relationships/image" Target="/ppt/media/image16.png" Id="Rc87b2e1a210c4d7f" /><Relationship Type="http://schemas.openxmlformats.org/officeDocument/2006/relationships/notesSlide" Target="/ppt/notesSlides/notesSlide16.xml" Id="Rd8175b7ecffc4b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7fa4e1a8b54d4a" /><Relationship Type="http://schemas.openxmlformats.org/officeDocument/2006/relationships/image" Target="/ppt/media/image17.png" Id="Rddf7168046044252" /><Relationship Type="http://schemas.openxmlformats.org/officeDocument/2006/relationships/notesSlide" Target="/ppt/notesSlides/notesSlide17.xml" Id="R2940d772584741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62c28874644b12" /><Relationship Type="http://schemas.openxmlformats.org/officeDocument/2006/relationships/image" Target="/ppt/media/image18.png" Id="R5606266ff26e4d1e" /><Relationship Type="http://schemas.openxmlformats.org/officeDocument/2006/relationships/notesSlide" Target="/ppt/notesSlides/notesSlide18.xml" Id="R1abb966d72ac48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273dc942bd4246" /><Relationship Type="http://schemas.openxmlformats.org/officeDocument/2006/relationships/image" Target="/ppt/media/image19.png" Id="R986899de31d04b2d" /><Relationship Type="http://schemas.openxmlformats.org/officeDocument/2006/relationships/notesSlide" Target="/ppt/notesSlides/notesSlide19.xml" Id="R9636b0be2abc4c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7273999484f5d" /><Relationship Type="http://schemas.openxmlformats.org/officeDocument/2006/relationships/image" Target="/ppt/media/image20.png" Id="Rfd4d5929b2444fb1" /><Relationship Type="http://schemas.openxmlformats.org/officeDocument/2006/relationships/notesSlide" Target="/ppt/notesSlides/notesSlide20.xml" Id="Rcb0e381c5c6549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3f3abd8484b75" /><Relationship Type="http://schemas.openxmlformats.org/officeDocument/2006/relationships/image" Target="/ppt/media/image21.png" Id="Rdcbb26fcbe43410b" /><Relationship Type="http://schemas.openxmlformats.org/officeDocument/2006/relationships/notesSlide" Target="/ppt/notesSlides/notesSlide21.xml" Id="R7ce2261df2f74c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3258271d2b476f" /><Relationship Type="http://schemas.openxmlformats.org/officeDocument/2006/relationships/image" Target="/ppt/media/image22.png" Id="Rc089edd1ffef4187" /><Relationship Type="http://schemas.openxmlformats.org/officeDocument/2006/relationships/notesSlide" Target="/ppt/notesSlides/notesSlide22.xml" Id="Re1601308523d47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82c5c6da44b26"/>
          <a:stretch xmlns:a="http://schemas.openxmlformats.org/drawingml/2006/main"/>
        </p:blipFill>
        <p:spPr>
          <a:xfrm xmlns:a="http://schemas.openxmlformats.org/drawingml/2006/main">
            <a:off x="483315" y="0"/>
            <a:ext cx="11225371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54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af5a68930436c"/>
          <a:stretch xmlns:a="http://schemas.openxmlformats.org/drawingml/2006/main"/>
        </p:blipFill>
        <p:spPr>
          <a:xfrm xmlns:a="http://schemas.openxmlformats.org/drawingml/2006/main">
            <a:off x="0" y="657225"/>
            <a:ext cx="12192000" cy="5543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90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d3baeb99543ee"/>
          <a:stretch xmlns:a="http://schemas.openxmlformats.org/drawingml/2006/main"/>
        </p:blipFill>
        <p:spPr>
          <a:xfrm xmlns:a="http://schemas.openxmlformats.org/drawingml/2006/main">
            <a:off x="0" y="1152525"/>
            <a:ext cx="12192000" cy="455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06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5df87b7f04e08"/>
          <a:stretch xmlns:a="http://schemas.openxmlformats.org/drawingml/2006/main"/>
        </p:blipFill>
        <p:spPr>
          <a:xfrm xmlns:a="http://schemas.openxmlformats.org/drawingml/2006/main">
            <a:off x="870857" y="0"/>
            <a:ext cx="1045028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72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81510b8c14769"/>
          <a:stretch xmlns:a="http://schemas.openxmlformats.org/drawingml/2006/main"/>
        </p:blipFill>
        <p:spPr>
          <a:xfrm xmlns:a="http://schemas.openxmlformats.org/drawingml/2006/main">
            <a:off x="2483556" y="0"/>
            <a:ext cx="722488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517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2d1b6a812456c"/>
          <a:stretch xmlns:a="http://schemas.openxmlformats.org/drawingml/2006/main"/>
        </p:blipFill>
        <p:spPr>
          <a:xfrm xmlns:a="http://schemas.openxmlformats.org/drawingml/2006/main">
            <a:off x="690680" y="0"/>
            <a:ext cx="1081064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926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e71cba2fb4748"/>
          <a:stretch xmlns:a="http://schemas.openxmlformats.org/drawingml/2006/main"/>
        </p:blipFill>
        <p:spPr>
          <a:xfrm xmlns:a="http://schemas.openxmlformats.org/drawingml/2006/main">
            <a:off x="2936086" y="0"/>
            <a:ext cx="631982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415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f79576bed43e4"/>
          <a:stretch xmlns:a="http://schemas.openxmlformats.org/drawingml/2006/main"/>
        </p:blipFill>
        <p:spPr>
          <a:xfrm xmlns:a="http://schemas.openxmlformats.org/drawingml/2006/main">
            <a:off x="1891862" y="0"/>
            <a:ext cx="840827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88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0745f922846ab"/>
          <a:stretch xmlns:a="http://schemas.openxmlformats.org/drawingml/2006/main"/>
        </p:blipFill>
        <p:spPr>
          <a:xfrm xmlns:a="http://schemas.openxmlformats.org/drawingml/2006/main">
            <a:off x="0" y="266700"/>
            <a:ext cx="12192000" cy="632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76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d2e82ebf84d7a"/>
          <a:stretch xmlns:a="http://schemas.openxmlformats.org/drawingml/2006/main"/>
        </p:blipFill>
        <p:spPr>
          <a:xfrm xmlns:a="http://schemas.openxmlformats.org/drawingml/2006/main">
            <a:off x="1376516" y="0"/>
            <a:ext cx="943896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711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5ebb1f4ba408a"/>
          <a:stretch xmlns:a="http://schemas.openxmlformats.org/drawingml/2006/main"/>
        </p:blipFill>
        <p:spPr>
          <a:xfrm xmlns:a="http://schemas.openxmlformats.org/drawingml/2006/main">
            <a:off x="0" y="781050"/>
            <a:ext cx="12192000" cy="5295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910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0529a142f48b4"/>
          <a:stretch xmlns:a="http://schemas.openxmlformats.org/drawingml/2006/main"/>
        </p:blipFill>
        <p:spPr>
          <a:xfrm xmlns:a="http://schemas.openxmlformats.org/drawingml/2006/main">
            <a:off x="0" y="238125"/>
            <a:ext cx="12192000" cy="638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714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c24d7f4b743c1"/>
          <a:stretch xmlns:a="http://schemas.openxmlformats.org/drawingml/2006/main"/>
        </p:blipFill>
        <p:spPr>
          <a:xfrm xmlns:a="http://schemas.openxmlformats.org/drawingml/2006/main">
            <a:off x="2601478" y="0"/>
            <a:ext cx="698904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408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51067c9914d5e"/>
          <a:stretch xmlns:a="http://schemas.openxmlformats.org/drawingml/2006/main"/>
        </p:blipFill>
        <p:spPr>
          <a:xfrm xmlns:a="http://schemas.openxmlformats.org/drawingml/2006/main">
            <a:off x="1693673" y="0"/>
            <a:ext cx="88046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102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d1fa655e44b2b"/>
          <a:stretch xmlns:a="http://schemas.openxmlformats.org/drawingml/2006/main"/>
        </p:blipFill>
        <p:spPr>
          <a:xfrm xmlns:a="http://schemas.openxmlformats.org/drawingml/2006/main">
            <a:off x="0" y="495300"/>
            <a:ext cx="12192000" cy="5867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782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b2e1a210c4d7f"/>
          <a:stretch xmlns:a="http://schemas.openxmlformats.org/drawingml/2006/main"/>
        </p:blipFill>
        <p:spPr>
          <a:xfrm xmlns:a="http://schemas.openxmlformats.org/drawingml/2006/main">
            <a:off x="0" y="800100"/>
            <a:ext cx="12192000" cy="525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032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7168046044252"/>
          <a:stretch xmlns:a="http://schemas.openxmlformats.org/drawingml/2006/main"/>
        </p:blipFill>
        <p:spPr>
          <a:xfrm xmlns:a="http://schemas.openxmlformats.org/drawingml/2006/main">
            <a:off x="1396728" y="0"/>
            <a:ext cx="939854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032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6266ff26e4d1e"/>
          <a:stretch xmlns:a="http://schemas.openxmlformats.org/drawingml/2006/main"/>
        </p:blipFill>
        <p:spPr>
          <a:xfrm xmlns:a="http://schemas.openxmlformats.org/drawingml/2006/main">
            <a:off x="0" y="285750"/>
            <a:ext cx="12192000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882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899de31d04b2d"/>
          <a:stretch xmlns:a="http://schemas.openxmlformats.org/drawingml/2006/main"/>
        </p:blipFill>
        <p:spPr>
          <a:xfrm xmlns:a="http://schemas.openxmlformats.org/drawingml/2006/main">
            <a:off x="320842" y="0"/>
            <a:ext cx="1155031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52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d5929b2444fb1"/>
          <a:stretch xmlns:a="http://schemas.openxmlformats.org/drawingml/2006/main"/>
        </p:blipFill>
        <p:spPr>
          <a:xfrm xmlns:a="http://schemas.openxmlformats.org/drawingml/2006/main">
            <a:off x="0" y="104775"/>
            <a:ext cx="12192000" cy="6648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152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b26fcbe43410b"/>
          <a:stretch xmlns:a="http://schemas.openxmlformats.org/drawingml/2006/main"/>
        </p:blipFill>
        <p:spPr>
          <a:xfrm xmlns:a="http://schemas.openxmlformats.org/drawingml/2006/main">
            <a:off x="0" y="371475"/>
            <a:ext cx="12192000" cy="6115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444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9edd1ffef4187"/>
          <a:stretch xmlns:a="http://schemas.openxmlformats.org/drawingml/2006/main"/>
        </p:blipFill>
        <p:spPr>
          <a:xfrm xmlns:a="http://schemas.openxmlformats.org/drawingml/2006/main">
            <a:off x="636896" y="0"/>
            <a:ext cx="1091820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55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2026-05-24T09:30:28.4140000Z</dcterms:created>
  <dcterms:modified xsi:type="dcterms:W3CDTF">2026-05-24T09:30:28.4140000Z</dcterms:modified>
</coreProperties>
</file>